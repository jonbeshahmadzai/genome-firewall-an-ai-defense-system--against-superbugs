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Genome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0:00–0:06  ·  ALL SPEAKERS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CBED3"/>
                </a:solidFill>
                <a:latin typeface="Aptos"/>
              </a:rPr>
              <a:t>GENOME FIREWALL  /  RESEARCH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4008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4F7FB"/>
                </a:solidFill>
                <a:latin typeface="Aptos"/>
              </a:rPr>
              <a:t>Transparent genomic AI
for antibiotic-resistance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01568"/>
            <a:ext cx="6583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36C5F0"/>
                </a:solidFill>
                <a:latin typeface="Aptos"/>
              </a:rPr>
              <a:t>Evidence first  ·  uncertainty visible  ·  human oversight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0060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87375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487375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Confirm every result with standard laboratory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1 ·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0:06–0:18  ·  SPEAKER 1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CBED3"/>
                </a:solidFill>
                <a:latin typeface="Aptos"/>
              </a:rPr>
              <a:t>GENOME FIREWALL  /  RESEARCH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7335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BV-BRC bacterial genomes and reconstructed FASTA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7919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Cohort selection, FASTA quality control, and reproducible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8503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68503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A clean, traceable cohort ready for annotation and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10789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ACBED3"/>
                </a:solidFill>
                <a:latin typeface="Aptos"/>
              </a:rPr>
              <a:t>Speaker line: I organized the data so every downstream result can be reproduced.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2 ·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0:18–0:30  ·  SPEAKER 2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CBED3"/>
                </a:solidFill>
                <a:latin typeface="Aptos"/>
              </a:rPr>
              <a:t>GENOME FIREWALL  /  RESEARCH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7335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AMRFinderPlus genes, mutations, and resistance determinants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7919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Presence flags, target signals, and engineered evidence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8503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68503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115 reproducible features shared consistently by every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CC66"/>
                </a:solidFill>
                <a:latin typeface="Aptos"/>
              </a:rPr>
              <a:t>FASTA  →  AMRFinderPlus  →  feature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3 ·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0:30–0:45  ·  SPEAKER 3 ·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CBED3"/>
                </a:solidFill>
                <a:latin typeface="Aptos"/>
              </a:rPr>
              <a:t>GENOME FIREWALL  /  RESEARCH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9047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Group-disjoint 60% train · 15% calibration · 25%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9631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Calibrated models plus logistic regression, random forest, extra trees, and XGBoost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0215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50215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Confidence threshold, target compatibility, and a transparent no-call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ACBED3"/>
                </a:solidFill>
                <a:latin typeface="Aptos"/>
              </a:rPr>
              <a:t>Genetic groups stay separated to reduce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4F7FB"/>
                </a:solidFill>
                <a:latin typeface="Aptos"/>
              </a:rPr>
              <a:t>4 · UI and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6C5F0"/>
                </a:solidFill>
                <a:latin typeface="Aptos"/>
              </a:rPr>
              <a:t>0:45–0:58  ·  SPEAKER 4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ACBED3"/>
                </a:solidFill>
                <a:latin typeface="Aptos"/>
              </a:rPr>
              <a:t>GENOME FIREWALL  /  RESEARCH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7335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FastAPI JSON backend, HTML dashboard, model comparison, and Streamlit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CC66"/>
                </a:solidFill>
                <a:latin typeface="Aptos"/>
              </a:rPr>
              <a:t>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7919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Optional GPT summary explains structured evidence but cannot change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74980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85032"/>
            <a:ext cx="22402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6C5F0"/>
                </a:solidFill>
                <a:latin typeface="Aptos"/>
              </a:rPr>
              <a:t>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685032"/>
            <a:ext cx="8229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4F7FB"/>
                </a:solidFill>
                <a:latin typeface="Aptos"/>
              </a:rPr>
              <a:t>A result people can inspect: QC, prediction, confidence, evidence, and safety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CC66"/>
                </a:solidFill>
                <a:latin typeface="Aptos"/>
              </a:rPr>
              <a:t>Evidence first. Uncertainty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4F7FB"/>
                </a:solidFill>
                <a:latin typeface="Aptos"/>
              </a:rPr>
              <a:t>CONFIRM EVERY RESULT WITH STANDARD LABORATORY 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